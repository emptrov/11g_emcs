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6157a418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6157a418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734b19307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734b19307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734b19307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734b19307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734b19307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734b19307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6157a418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6157a418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6157a418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6157a418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6157a418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6157a418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youtu.be/RYzvJk77-t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4126500" y="44832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BlackTip Mk1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Проект на Емил Петров, 11Г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ctrTitle"/>
          </p:nvPr>
        </p:nvSpPr>
        <p:spPr>
          <a:xfrm>
            <a:off x="3611075" y="205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Съдържание</a:t>
            </a:r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2961050" y="13901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bg" sz="1800">
                <a:latin typeface="Times New Roman"/>
                <a:ea typeface="Times New Roman"/>
                <a:cs typeface="Times New Roman"/>
                <a:sym typeface="Times New Roman"/>
              </a:rPr>
              <a:t>Същност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6160950" y="1431975"/>
            <a:ext cx="21333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Цел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3019325" y="2066550"/>
            <a:ext cx="26664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Основни компоненти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6187350" y="2088450"/>
            <a:ext cx="25716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Принцип на работа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4625750" y="3017100"/>
            <a:ext cx="18060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Демо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/>
          <p:nvPr>
            <p:ph type="title"/>
          </p:nvPr>
        </p:nvSpPr>
        <p:spPr>
          <a:xfrm>
            <a:off x="1297500" y="3620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Същност на проекта</a:t>
            </a:r>
            <a:endParaRPr/>
          </a:p>
        </p:txBody>
      </p:sp>
      <p:sp>
        <p:nvSpPr>
          <p:cNvPr id="151" name="Google Shape;151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bg" sz="1500">
                <a:latin typeface="Times New Roman"/>
                <a:ea typeface="Times New Roman"/>
                <a:cs typeface="Times New Roman"/>
                <a:sym typeface="Times New Roman"/>
              </a:rPr>
              <a:t>Какво е FPV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bg" sz="1500">
                <a:latin typeface="Times New Roman"/>
                <a:ea typeface="Times New Roman"/>
                <a:cs typeface="Times New Roman"/>
                <a:sym typeface="Times New Roman"/>
              </a:rPr>
              <a:t>Защо избрах проекта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bg" sz="1500">
                <a:latin typeface="Times New Roman"/>
                <a:ea typeface="Times New Roman"/>
                <a:cs typeface="Times New Roman"/>
                <a:sym typeface="Times New Roman"/>
              </a:rPr>
              <a:t>Freestyle FPV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2" name="Google Shape;152;p15" title="Screenshot 2026-04-14 1008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5425" y="1228850"/>
            <a:ext cx="4546600" cy="3016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Цел на проекта</a:t>
            </a:r>
            <a:endParaRPr/>
          </a:p>
        </p:txBody>
      </p:sp>
      <p:sp>
        <p:nvSpPr>
          <p:cNvPr id="158" name="Google Shape;158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bg" sz="1500">
                <a:latin typeface="Times New Roman"/>
                <a:ea typeface="Times New Roman"/>
                <a:cs typeface="Times New Roman"/>
                <a:sym typeface="Times New Roman"/>
              </a:rPr>
              <a:t>Висока скорост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bg" sz="1500">
                <a:latin typeface="Times New Roman"/>
                <a:ea typeface="Times New Roman"/>
                <a:cs typeface="Times New Roman"/>
                <a:sym typeface="Times New Roman"/>
              </a:rPr>
              <a:t>Маневреност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bg" sz="1500">
                <a:latin typeface="Times New Roman"/>
                <a:ea typeface="Times New Roman"/>
                <a:cs typeface="Times New Roman"/>
                <a:sym typeface="Times New Roman"/>
              </a:rPr>
              <a:t>Надеждност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bg" sz="1500">
                <a:latin typeface="Times New Roman"/>
                <a:ea typeface="Times New Roman"/>
                <a:cs typeface="Times New Roman"/>
                <a:sym typeface="Times New Roman"/>
              </a:rPr>
              <a:t>Видеография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9" name="Google Shape;15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53978">
            <a:off x="6132099" y="1286507"/>
            <a:ext cx="2603576" cy="2018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Основни компоненти</a:t>
            </a:r>
            <a:endParaRPr/>
          </a:p>
        </p:txBody>
      </p:sp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bg" sz="1500">
                <a:latin typeface="Times New Roman"/>
                <a:ea typeface="Times New Roman"/>
                <a:cs typeface="Times New Roman"/>
                <a:sym typeface="Times New Roman"/>
              </a:rPr>
              <a:t>Рамка - 5” full carbon fiber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bg" sz="1500">
                <a:latin typeface="Times New Roman"/>
                <a:ea typeface="Times New Roman"/>
                <a:cs typeface="Times New Roman"/>
                <a:sym typeface="Times New Roman"/>
              </a:rPr>
              <a:t>Мотори - 2206 2500KV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bg" sz="1500">
                <a:latin typeface="Times New Roman"/>
                <a:ea typeface="Times New Roman"/>
                <a:cs typeface="Times New Roman"/>
                <a:sym typeface="Times New Roman"/>
              </a:rPr>
              <a:t>Електроника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bg" sz="1500">
                <a:latin typeface="Times New Roman"/>
                <a:ea typeface="Times New Roman"/>
                <a:cs typeface="Times New Roman"/>
                <a:sym typeface="Times New Roman"/>
              </a:rPr>
              <a:t>Видеопредавател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bg" sz="1500">
                <a:latin typeface="Times New Roman"/>
                <a:ea typeface="Times New Roman"/>
                <a:cs typeface="Times New Roman"/>
                <a:sym typeface="Times New Roman"/>
              </a:rPr>
              <a:t>Захранване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" name="Google Shape;16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568873">
            <a:off x="4988951" y="423050"/>
            <a:ext cx="2080274" cy="2080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3675" y="1115975"/>
            <a:ext cx="3313850" cy="33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042053">
            <a:off x="4028823" y="2674999"/>
            <a:ext cx="1998753" cy="1998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Принцип на работа</a:t>
            </a:r>
            <a:endParaRPr/>
          </a:p>
        </p:txBody>
      </p:sp>
      <p:sp>
        <p:nvSpPr>
          <p:cNvPr id="174" name="Google Shape;174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bg" sz="1500">
                <a:latin typeface="Times New Roman"/>
                <a:ea typeface="Times New Roman"/>
                <a:cs typeface="Times New Roman"/>
                <a:sym typeface="Times New Roman"/>
              </a:rPr>
              <a:t>Управление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bg" sz="1500">
                <a:latin typeface="Times New Roman"/>
                <a:ea typeface="Times New Roman"/>
                <a:cs typeface="Times New Roman"/>
                <a:sym typeface="Times New Roman"/>
              </a:rPr>
              <a:t>Радиопредаване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bg" sz="1500">
                <a:latin typeface="Times New Roman"/>
                <a:ea typeface="Times New Roman"/>
                <a:cs typeface="Times New Roman"/>
                <a:sym typeface="Times New Roman"/>
              </a:rPr>
              <a:t>Видеопредаване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5" name="Google Shape;17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6425" y="1137125"/>
            <a:ext cx="5543525" cy="311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type="title"/>
          </p:nvPr>
        </p:nvSpPr>
        <p:spPr>
          <a:xfrm>
            <a:off x="-302775" y="393750"/>
            <a:ext cx="10023000" cy="32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 sz="3400"/>
              <a:t>Демо</a:t>
            </a:r>
            <a:endParaRPr sz="3400"/>
          </a:p>
        </p:txBody>
      </p:sp>
      <p:sp>
        <p:nvSpPr>
          <p:cNvPr id="181" name="Google Shape;18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bg" u="sng">
                <a:solidFill>
                  <a:schemeClr val="hlink"/>
                </a:solidFill>
                <a:hlinkClick r:id="rId3"/>
              </a:rPr>
              <a:t>https://youtu.be/RYzvJk77-ts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Благодаря за вниманието!</a:t>
            </a:r>
            <a:endParaRPr/>
          </a:p>
        </p:txBody>
      </p:sp>
      <p:sp>
        <p:nvSpPr>
          <p:cNvPr id="187" name="Google Shape;18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700" y="2230463"/>
            <a:ext cx="4314998" cy="242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7600" y="2230475"/>
            <a:ext cx="3747979" cy="242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